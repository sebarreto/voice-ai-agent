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sldIdLst>
    <p:sldId id="276" r:id="rId5"/>
    <p:sldId id="257" r:id="rId6"/>
    <p:sldId id="284" r:id="rId7"/>
    <p:sldId id="286" r:id="rId8"/>
    <p:sldId id="287" r:id="rId9"/>
    <p:sldId id="288" r:id="rId10"/>
    <p:sldId id="289" r:id="rId11"/>
    <p:sldId id="290" r:id="rId12"/>
    <p:sldId id="291" r:id="rId13"/>
    <p:sldId id="281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0A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14"/>
    <p:restoredTop sz="96197"/>
  </p:normalViewPr>
  <p:slideViewPr>
    <p:cSldViewPr snapToGrid="0" snapToObjects="1">
      <p:cViewPr varScale="1">
        <p:scale>
          <a:sx n="142" d="100"/>
          <a:sy n="142" d="100"/>
        </p:scale>
        <p:origin x="100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astián Barreto" userId="c5fafcb8-45a1-4d66-8ebf-4812adddb3b7" providerId="ADAL" clId="{E033EFF8-377C-4B37-90FB-10B19A82DFE2}"/>
    <pc:docChg chg="undo custSel addSld delSld modSld sldOrd modMainMaster">
      <pc:chgData name="Sebastián Barreto" userId="c5fafcb8-45a1-4d66-8ebf-4812adddb3b7" providerId="ADAL" clId="{E033EFF8-377C-4B37-90FB-10B19A82DFE2}" dt="2026-05-07T09:58:48.659" v="9228" actId="478"/>
      <pc:docMkLst>
        <pc:docMk/>
      </pc:docMkLst>
      <pc:sldChg chg="addSp delSp modSp mod">
        <pc:chgData name="Sebastián Barreto" userId="c5fafcb8-45a1-4d66-8ebf-4812adddb3b7" providerId="ADAL" clId="{E033EFF8-377C-4B37-90FB-10B19A82DFE2}" dt="2026-04-22T14:09:41.413" v="5829" actId="20577"/>
        <pc:sldMkLst>
          <pc:docMk/>
          <pc:sldMk cId="0" sldId="257"/>
        </pc:sldMkLst>
        <pc:spChg chg="mod">
          <ac:chgData name="Sebastián Barreto" userId="c5fafcb8-45a1-4d66-8ebf-4812adddb3b7" providerId="ADAL" clId="{E033EFF8-377C-4B37-90FB-10B19A82DFE2}" dt="2026-04-22T14:09:30.290" v="5820" actId="313"/>
          <ac:spMkLst>
            <pc:docMk/>
            <pc:sldMk cId="0" sldId="257"/>
            <ac:spMk id="2" creationId="{00000000-0000-0000-0000-000000000000}"/>
          </ac:spMkLst>
        </pc:spChg>
        <pc:spChg chg="mod">
          <ac:chgData name="Sebastián Barreto" userId="c5fafcb8-45a1-4d66-8ebf-4812adddb3b7" providerId="ADAL" clId="{E033EFF8-377C-4B37-90FB-10B19A82DFE2}" dt="2026-04-22T14:09:41.413" v="5829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Sebastián Barreto" userId="c5fafcb8-45a1-4d66-8ebf-4812adddb3b7" providerId="ADAL" clId="{E033EFF8-377C-4B37-90FB-10B19A82DFE2}" dt="2026-04-22T14:05:48.361" v="5784" actId="313"/>
        <pc:sldMkLst>
          <pc:docMk/>
          <pc:sldMk cId="0" sldId="276"/>
        </pc:sldMkLst>
        <pc:spChg chg="mod">
          <ac:chgData name="Sebastián Barreto" userId="c5fafcb8-45a1-4d66-8ebf-4812adddb3b7" providerId="ADAL" clId="{E033EFF8-377C-4B37-90FB-10B19A82DFE2}" dt="2026-04-22T14:05:14.874" v="5759" actId="20577"/>
          <ac:spMkLst>
            <pc:docMk/>
            <pc:sldMk cId="0" sldId="276"/>
            <ac:spMk id="2" creationId="{00000000-0000-0000-0000-000000000000}"/>
          </ac:spMkLst>
        </pc:spChg>
        <pc:spChg chg="mod">
          <ac:chgData name="Sebastián Barreto" userId="c5fafcb8-45a1-4d66-8ebf-4812adddb3b7" providerId="ADAL" clId="{E033EFF8-377C-4B37-90FB-10B19A82DFE2}" dt="2026-04-22T14:05:48.361" v="5784" actId="313"/>
          <ac:spMkLst>
            <pc:docMk/>
            <pc:sldMk cId="0" sldId="276"/>
            <ac:spMk id="3" creationId="{00000000-0000-0000-0000-000000000000}"/>
          </ac:spMkLst>
        </pc:spChg>
        <pc:spChg chg="mod">
          <ac:chgData name="Sebastián Barreto" userId="c5fafcb8-45a1-4d66-8ebf-4812adddb3b7" providerId="ADAL" clId="{E033EFF8-377C-4B37-90FB-10B19A82DFE2}" dt="2026-04-21T11:46:28.860" v="4711" actId="20577"/>
          <ac:spMkLst>
            <pc:docMk/>
            <pc:sldMk cId="0" sldId="276"/>
            <ac:spMk id="11" creationId="{00000000-0000-0000-0000-000000000000}"/>
          </ac:spMkLst>
        </pc:spChg>
      </pc:sldChg>
      <pc:sldChg chg="addSp delSp modSp add mod">
        <pc:chgData name="Sebastián Barreto" userId="c5fafcb8-45a1-4d66-8ebf-4812adddb3b7" providerId="ADAL" clId="{E033EFF8-377C-4B37-90FB-10B19A82DFE2}" dt="2026-04-22T14:13:41.839" v="5946" actId="255"/>
        <pc:sldMkLst>
          <pc:docMk/>
          <pc:sldMk cId="841082077" sldId="284"/>
        </pc:sldMkLst>
        <pc:spChg chg="mod">
          <ac:chgData name="Sebastián Barreto" userId="c5fafcb8-45a1-4d66-8ebf-4812adddb3b7" providerId="ADAL" clId="{E033EFF8-377C-4B37-90FB-10B19A82DFE2}" dt="2026-04-22T14:10:17.387" v="5843" actId="20577"/>
          <ac:spMkLst>
            <pc:docMk/>
            <pc:sldMk cId="841082077" sldId="284"/>
            <ac:spMk id="2" creationId="{F0C13963-B562-3A29-30DD-F5F2E84FE52D}"/>
          </ac:spMkLst>
        </pc:spChg>
        <pc:spChg chg="mod">
          <ac:chgData name="Sebastián Barreto" userId="c5fafcb8-45a1-4d66-8ebf-4812adddb3b7" providerId="ADAL" clId="{E033EFF8-377C-4B37-90FB-10B19A82DFE2}" dt="2026-04-22T14:13:41.839" v="5946" actId="255"/>
          <ac:spMkLst>
            <pc:docMk/>
            <pc:sldMk cId="841082077" sldId="284"/>
            <ac:spMk id="3" creationId="{868D35BC-B87E-1A38-344A-AF8144D907C5}"/>
          </ac:spMkLst>
        </pc:spChg>
        <pc:picChg chg="add mod">
          <ac:chgData name="Sebastián Barreto" userId="c5fafcb8-45a1-4d66-8ebf-4812adddb3b7" providerId="ADAL" clId="{E033EFF8-377C-4B37-90FB-10B19A82DFE2}" dt="2026-04-22T14:11:41.327" v="5850" actId="1076"/>
          <ac:picMkLst>
            <pc:docMk/>
            <pc:sldMk cId="841082077" sldId="284"/>
            <ac:picMk id="5" creationId="{2A141787-0BD3-DB03-FB6C-4BF8DDE523BA}"/>
          </ac:picMkLst>
        </pc:picChg>
      </pc:sldChg>
      <pc:sldChg chg="addSp delSp modSp add mod ord">
        <pc:chgData name="Sebastián Barreto" userId="c5fafcb8-45a1-4d66-8ebf-4812adddb3b7" providerId="ADAL" clId="{E033EFF8-377C-4B37-90FB-10B19A82DFE2}" dt="2026-05-07T09:58:29.754" v="9226" actId="478"/>
        <pc:sldMkLst>
          <pc:docMk/>
          <pc:sldMk cId="1726981674" sldId="286"/>
        </pc:sldMkLst>
        <pc:spChg chg="mod">
          <ac:chgData name="Sebastián Barreto" userId="c5fafcb8-45a1-4d66-8ebf-4812adddb3b7" providerId="ADAL" clId="{E033EFF8-377C-4B37-90FB-10B19A82DFE2}" dt="2026-04-22T14:38:44.631" v="6337" actId="20577"/>
          <ac:spMkLst>
            <pc:docMk/>
            <pc:sldMk cId="1726981674" sldId="286"/>
            <ac:spMk id="2" creationId="{8C021EDD-AB86-D1B1-02D2-71228D3493DB}"/>
          </ac:spMkLst>
        </pc:spChg>
        <pc:spChg chg="mod">
          <ac:chgData name="Sebastián Barreto" userId="c5fafcb8-45a1-4d66-8ebf-4812adddb3b7" providerId="ADAL" clId="{E033EFF8-377C-4B37-90FB-10B19A82DFE2}" dt="2026-04-22T14:36:54.837" v="6254" actId="14100"/>
          <ac:spMkLst>
            <pc:docMk/>
            <pc:sldMk cId="1726981674" sldId="286"/>
            <ac:spMk id="3" creationId="{512C6B12-E17B-AD6A-D4D8-1EDD15C6ADAC}"/>
          </ac:spMkLst>
        </pc:spChg>
        <pc:spChg chg="add mod">
          <ac:chgData name="Sebastián Barreto" userId="c5fafcb8-45a1-4d66-8ebf-4812adddb3b7" providerId="ADAL" clId="{E033EFF8-377C-4B37-90FB-10B19A82DFE2}" dt="2026-04-22T14:51:07.777" v="6344" actId="14100"/>
          <ac:spMkLst>
            <pc:docMk/>
            <pc:sldMk cId="1726981674" sldId="286"/>
            <ac:spMk id="6" creationId="{B5AAD160-27A2-4DB5-1FBD-357A32E4DBA9}"/>
          </ac:spMkLst>
        </pc:spChg>
        <pc:spChg chg="add mod">
          <ac:chgData name="Sebastián Barreto" userId="c5fafcb8-45a1-4d66-8ebf-4812adddb3b7" providerId="ADAL" clId="{E033EFF8-377C-4B37-90FB-10B19A82DFE2}" dt="2026-04-22T14:52:03.880" v="6451" actId="5793"/>
          <ac:spMkLst>
            <pc:docMk/>
            <pc:sldMk cId="1726981674" sldId="286"/>
            <ac:spMk id="11" creationId="{A8AA79E9-B9B2-C849-B61F-BF9A7F8C66AA}"/>
          </ac:spMkLst>
        </pc:spChg>
        <pc:spChg chg="add mod">
          <ac:chgData name="Sebastián Barreto" userId="c5fafcb8-45a1-4d66-8ebf-4812adddb3b7" providerId="ADAL" clId="{E033EFF8-377C-4B37-90FB-10B19A82DFE2}" dt="2026-04-22T14:53:04.611" v="6559" actId="20577"/>
          <ac:spMkLst>
            <pc:docMk/>
            <pc:sldMk cId="1726981674" sldId="286"/>
            <ac:spMk id="12" creationId="{39915F66-657D-F4DE-81D8-D1E6A4B8C74D}"/>
          </ac:spMkLst>
        </pc:spChg>
        <pc:spChg chg="add mod">
          <ac:chgData name="Sebastián Barreto" userId="c5fafcb8-45a1-4d66-8ebf-4812adddb3b7" providerId="ADAL" clId="{E033EFF8-377C-4B37-90FB-10B19A82DFE2}" dt="2026-04-23T07:28:53.768" v="6939" actId="6549"/>
          <ac:spMkLst>
            <pc:docMk/>
            <pc:sldMk cId="1726981674" sldId="286"/>
            <ac:spMk id="14" creationId="{CBA9D9DC-07D4-7813-E1CD-73D2617FC991}"/>
          </ac:spMkLst>
        </pc:spChg>
        <pc:graphicFrameChg chg="add mod">
          <ac:chgData name="Sebastián Barreto" userId="c5fafcb8-45a1-4d66-8ebf-4812adddb3b7" providerId="ADAL" clId="{E033EFF8-377C-4B37-90FB-10B19A82DFE2}" dt="2026-04-22T14:36:37.302" v="6246" actId="1076"/>
          <ac:graphicFrameMkLst>
            <pc:docMk/>
            <pc:sldMk cId="1726981674" sldId="286"/>
            <ac:graphicFrameMk id="5" creationId="{2026F850-AA4F-83AE-FFCB-87840C6E4956}"/>
          </ac:graphicFrameMkLst>
        </pc:graphicFrameChg>
        <pc:graphicFrameChg chg="add mod">
          <ac:chgData name="Sebastián Barreto" userId="c5fafcb8-45a1-4d66-8ebf-4812adddb3b7" providerId="ADAL" clId="{E033EFF8-377C-4B37-90FB-10B19A82DFE2}" dt="2026-04-22T14:38:38.165" v="6332" actId="1076"/>
          <ac:graphicFrameMkLst>
            <pc:docMk/>
            <pc:sldMk cId="1726981674" sldId="286"/>
            <ac:graphicFrameMk id="7" creationId="{6DFEDE75-8C2A-72F7-C085-C862CB512526}"/>
          </ac:graphicFrameMkLst>
        </pc:graphicFrameChg>
        <pc:graphicFrameChg chg="add mod">
          <ac:chgData name="Sebastián Barreto" userId="c5fafcb8-45a1-4d66-8ebf-4812adddb3b7" providerId="ADAL" clId="{E033EFF8-377C-4B37-90FB-10B19A82DFE2}" dt="2026-04-22T14:39:29.971" v="6339" actId="1076"/>
          <ac:graphicFrameMkLst>
            <pc:docMk/>
            <pc:sldMk cId="1726981674" sldId="286"/>
            <ac:graphicFrameMk id="8" creationId="{83ED5BBE-6C87-7E27-7FC0-12D70A14E0EE}"/>
          </ac:graphicFrameMkLst>
        </pc:graphicFrameChg>
        <pc:graphicFrameChg chg="add del mod">
          <ac:chgData name="Sebastián Barreto" userId="c5fafcb8-45a1-4d66-8ebf-4812adddb3b7" providerId="ADAL" clId="{E033EFF8-377C-4B37-90FB-10B19A82DFE2}" dt="2026-05-07T09:58:29.754" v="9226" actId="478"/>
          <ac:graphicFrameMkLst>
            <pc:docMk/>
            <pc:sldMk cId="1726981674" sldId="286"/>
            <ac:graphicFrameMk id="13" creationId="{5F8DF4C8-472A-AA8C-6D67-8AF0A0B4762D}"/>
          </ac:graphicFrameMkLst>
        </pc:graphicFrameChg>
        <pc:picChg chg="add mod">
          <ac:chgData name="Sebastián Barreto" userId="c5fafcb8-45a1-4d66-8ebf-4812adddb3b7" providerId="ADAL" clId="{E033EFF8-377C-4B37-90FB-10B19A82DFE2}" dt="2026-04-23T07:26:54.512" v="6819" actId="1076"/>
          <ac:picMkLst>
            <pc:docMk/>
            <pc:sldMk cId="1726981674" sldId="286"/>
            <ac:picMk id="9" creationId="{820B069C-776D-900D-44BD-C69EF6C42975}"/>
          </ac:picMkLst>
        </pc:picChg>
        <pc:picChg chg="add mod">
          <ac:chgData name="Sebastián Barreto" userId="c5fafcb8-45a1-4d66-8ebf-4812adddb3b7" providerId="ADAL" clId="{E033EFF8-377C-4B37-90FB-10B19A82DFE2}" dt="2026-04-22T14:51:04.312" v="6343" actId="1076"/>
          <ac:picMkLst>
            <pc:docMk/>
            <pc:sldMk cId="1726981674" sldId="286"/>
            <ac:picMk id="10" creationId="{3ACE6DCA-702F-2312-F2F3-11CE7E6F9AAE}"/>
          </ac:picMkLst>
        </pc:picChg>
      </pc:sldChg>
      <pc:sldChg chg="addSp delSp modSp add mod ord">
        <pc:chgData name="Sebastián Barreto" userId="c5fafcb8-45a1-4d66-8ebf-4812adddb3b7" providerId="ADAL" clId="{E033EFF8-377C-4B37-90FB-10B19A82DFE2}" dt="2026-05-07T09:58:37.143" v="9227" actId="478"/>
        <pc:sldMkLst>
          <pc:docMk/>
          <pc:sldMk cId="1015224958" sldId="287"/>
        </pc:sldMkLst>
        <pc:spChg chg="mod">
          <ac:chgData name="Sebastián Barreto" userId="c5fafcb8-45a1-4d66-8ebf-4812adddb3b7" providerId="ADAL" clId="{E033EFF8-377C-4B37-90FB-10B19A82DFE2}" dt="2026-04-23T07:16:18.039" v="6579" actId="20577"/>
          <ac:spMkLst>
            <pc:docMk/>
            <pc:sldMk cId="1015224958" sldId="287"/>
            <ac:spMk id="2" creationId="{1806F5B6-D92D-B2EA-055F-E3E8550BBD87}"/>
          </ac:spMkLst>
        </pc:spChg>
        <pc:spChg chg="mod">
          <ac:chgData name="Sebastián Barreto" userId="c5fafcb8-45a1-4d66-8ebf-4812adddb3b7" providerId="ADAL" clId="{E033EFF8-377C-4B37-90FB-10B19A82DFE2}" dt="2026-04-23T07:23:39.823" v="6807" actId="6549"/>
          <ac:spMkLst>
            <pc:docMk/>
            <pc:sldMk cId="1015224958" sldId="287"/>
            <ac:spMk id="3" creationId="{80A2767D-755E-DB4B-E9A7-0FC34D83070F}"/>
          </ac:spMkLst>
        </pc:spChg>
        <pc:spChg chg="add mod">
          <ac:chgData name="Sebastián Barreto" userId="c5fafcb8-45a1-4d66-8ebf-4812adddb3b7" providerId="ADAL" clId="{E033EFF8-377C-4B37-90FB-10B19A82DFE2}" dt="2026-04-23T07:25:08.050" v="6811" actId="14100"/>
          <ac:spMkLst>
            <pc:docMk/>
            <pc:sldMk cId="1015224958" sldId="287"/>
            <ac:spMk id="11" creationId="{DB657067-0E2D-D9EB-2C38-C9E76AC9A040}"/>
          </ac:spMkLst>
        </pc:spChg>
        <pc:spChg chg="add mod">
          <ac:chgData name="Sebastián Barreto" userId="c5fafcb8-45a1-4d66-8ebf-4812adddb3b7" providerId="ADAL" clId="{E033EFF8-377C-4B37-90FB-10B19A82DFE2}" dt="2026-04-23T07:32:14.127" v="7095"/>
          <ac:spMkLst>
            <pc:docMk/>
            <pc:sldMk cId="1015224958" sldId="287"/>
            <ac:spMk id="13" creationId="{1054A039-8535-51ED-DAF0-8909561A14FD}"/>
          </ac:spMkLst>
        </pc:spChg>
        <pc:graphicFrameChg chg="add del mod">
          <ac:chgData name="Sebastián Barreto" userId="c5fafcb8-45a1-4d66-8ebf-4812adddb3b7" providerId="ADAL" clId="{E033EFF8-377C-4B37-90FB-10B19A82DFE2}" dt="2026-05-07T09:58:37.143" v="9227" actId="478"/>
          <ac:graphicFrameMkLst>
            <pc:docMk/>
            <pc:sldMk cId="1015224958" sldId="287"/>
            <ac:graphicFrameMk id="12" creationId="{232CBFD9-E642-9A7F-CF85-075B6A64EE50}"/>
          </ac:graphicFrameMkLst>
        </pc:graphicFrameChg>
        <pc:picChg chg="add mod">
          <ac:chgData name="Sebastián Barreto" userId="c5fafcb8-45a1-4d66-8ebf-4812adddb3b7" providerId="ADAL" clId="{E033EFF8-377C-4B37-90FB-10B19A82DFE2}" dt="2026-04-23T07:20:08.010" v="6647" actId="14100"/>
          <ac:picMkLst>
            <pc:docMk/>
            <pc:sldMk cId="1015224958" sldId="287"/>
            <ac:picMk id="6" creationId="{3431BD8A-DFC9-17C8-B19F-83418FF519DD}"/>
          </ac:picMkLst>
        </pc:picChg>
        <pc:picChg chg="add mod">
          <ac:chgData name="Sebastián Barreto" userId="c5fafcb8-45a1-4d66-8ebf-4812adddb3b7" providerId="ADAL" clId="{E033EFF8-377C-4B37-90FB-10B19A82DFE2}" dt="2026-04-23T07:20:23.062" v="6651" actId="1076"/>
          <ac:picMkLst>
            <pc:docMk/>
            <pc:sldMk cId="1015224958" sldId="287"/>
            <ac:picMk id="8" creationId="{5E174374-7206-FF91-B878-6205F0276774}"/>
          </ac:picMkLst>
        </pc:picChg>
        <pc:picChg chg="add mod">
          <ac:chgData name="Sebastián Barreto" userId="c5fafcb8-45a1-4d66-8ebf-4812adddb3b7" providerId="ADAL" clId="{E033EFF8-377C-4B37-90FB-10B19A82DFE2}" dt="2026-04-23T07:20:50.664" v="6657" actId="1076"/>
          <ac:picMkLst>
            <pc:docMk/>
            <pc:sldMk cId="1015224958" sldId="287"/>
            <ac:picMk id="10" creationId="{95958D03-AFD5-E9AA-F67D-C1C1AC6707B4}"/>
          </ac:picMkLst>
        </pc:picChg>
      </pc:sldChg>
      <pc:sldChg chg="addSp delSp modSp add mod">
        <pc:chgData name="Sebastián Barreto" userId="c5fafcb8-45a1-4d66-8ebf-4812adddb3b7" providerId="ADAL" clId="{E033EFF8-377C-4B37-90FB-10B19A82DFE2}" dt="2026-04-23T08:54:16.008" v="7366"/>
        <pc:sldMkLst>
          <pc:docMk/>
          <pc:sldMk cId="996919290" sldId="288"/>
        </pc:sldMkLst>
        <pc:spChg chg="mod">
          <ac:chgData name="Sebastián Barreto" userId="c5fafcb8-45a1-4d66-8ebf-4812adddb3b7" providerId="ADAL" clId="{E033EFF8-377C-4B37-90FB-10B19A82DFE2}" dt="2026-04-23T08:48:32.070" v="7104" actId="20577"/>
          <ac:spMkLst>
            <pc:docMk/>
            <pc:sldMk cId="996919290" sldId="288"/>
            <ac:spMk id="2" creationId="{B369B4F7-ADD3-1F0C-5429-BDD72CB443A9}"/>
          </ac:spMkLst>
        </pc:spChg>
        <pc:spChg chg="mod">
          <ac:chgData name="Sebastián Barreto" userId="c5fafcb8-45a1-4d66-8ebf-4812adddb3b7" providerId="ADAL" clId="{E033EFF8-377C-4B37-90FB-10B19A82DFE2}" dt="2026-04-23T07:23:35.323" v="6806" actId="20577"/>
          <ac:spMkLst>
            <pc:docMk/>
            <pc:sldMk cId="996919290" sldId="288"/>
            <ac:spMk id="3" creationId="{05E03F89-1402-6F3D-6A15-F948B756C3CE}"/>
          </ac:spMkLst>
        </pc:spChg>
        <pc:spChg chg="mod">
          <ac:chgData name="Sebastián Barreto" userId="c5fafcb8-45a1-4d66-8ebf-4812adddb3b7" providerId="ADAL" clId="{E033EFF8-377C-4B37-90FB-10B19A82DFE2}" dt="2026-04-23T08:54:16.008" v="7366"/>
          <ac:spMkLst>
            <pc:docMk/>
            <pc:sldMk cId="996919290" sldId="288"/>
            <ac:spMk id="11" creationId="{A0BFD39D-0DF2-D7B0-1662-850F3D2AB25C}"/>
          </ac:spMkLst>
        </pc:spChg>
        <pc:spChg chg="add mod">
          <ac:chgData name="Sebastián Barreto" userId="c5fafcb8-45a1-4d66-8ebf-4812adddb3b7" providerId="ADAL" clId="{E033EFF8-377C-4B37-90FB-10B19A82DFE2}" dt="2026-04-23T08:53:59.030" v="7365"/>
          <ac:spMkLst>
            <pc:docMk/>
            <pc:sldMk cId="996919290" sldId="288"/>
            <ac:spMk id="12" creationId="{0CC55F4F-0A05-54A8-0835-87CF96CA486A}"/>
          </ac:spMkLst>
        </pc:spChg>
        <pc:picChg chg="add mod">
          <ac:chgData name="Sebastián Barreto" userId="c5fafcb8-45a1-4d66-8ebf-4812adddb3b7" providerId="ADAL" clId="{E033EFF8-377C-4B37-90FB-10B19A82DFE2}" dt="2026-04-23T07:30:10.515" v="6943" actId="14100"/>
          <ac:picMkLst>
            <pc:docMk/>
            <pc:sldMk cId="996919290" sldId="288"/>
            <ac:picMk id="5" creationId="{ED27F39A-C1B7-75C9-4F3D-60396075F311}"/>
          </ac:picMkLst>
        </pc:picChg>
        <pc:picChg chg="add mod">
          <ac:chgData name="Sebastián Barreto" userId="c5fafcb8-45a1-4d66-8ebf-4812adddb3b7" providerId="ADAL" clId="{E033EFF8-377C-4B37-90FB-10B19A82DFE2}" dt="2026-04-23T08:49:59.129" v="7116" actId="1076"/>
          <ac:picMkLst>
            <pc:docMk/>
            <pc:sldMk cId="996919290" sldId="288"/>
            <ac:picMk id="9" creationId="{89E0AC33-8B01-03B7-0D4F-12A669D86A1A}"/>
          </ac:picMkLst>
        </pc:picChg>
      </pc:sldChg>
      <pc:sldChg chg="addSp delSp modSp add mod">
        <pc:chgData name="Sebastián Barreto" userId="c5fafcb8-45a1-4d66-8ebf-4812adddb3b7" providerId="ADAL" clId="{E033EFF8-377C-4B37-90FB-10B19A82DFE2}" dt="2026-05-07T09:58:48.659" v="9228" actId="478"/>
        <pc:sldMkLst>
          <pc:docMk/>
          <pc:sldMk cId="2752230306" sldId="289"/>
        </pc:sldMkLst>
        <pc:spChg chg="mod">
          <ac:chgData name="Sebastián Barreto" userId="c5fafcb8-45a1-4d66-8ebf-4812adddb3b7" providerId="ADAL" clId="{E033EFF8-377C-4B37-90FB-10B19A82DFE2}" dt="2026-04-23T08:59:46.555" v="7368" actId="20577"/>
          <ac:spMkLst>
            <pc:docMk/>
            <pc:sldMk cId="2752230306" sldId="289"/>
            <ac:spMk id="2" creationId="{F88ABE28-7120-DC2A-7145-6912CAD0C46C}"/>
          </ac:spMkLst>
        </pc:spChg>
        <pc:spChg chg="mod">
          <ac:chgData name="Sebastián Barreto" userId="c5fafcb8-45a1-4d66-8ebf-4812adddb3b7" providerId="ADAL" clId="{E033EFF8-377C-4B37-90FB-10B19A82DFE2}" dt="2026-04-23T09:02:42.448" v="7531" actId="20577"/>
          <ac:spMkLst>
            <pc:docMk/>
            <pc:sldMk cId="2752230306" sldId="289"/>
            <ac:spMk id="11" creationId="{84696485-CFC7-3C68-AA48-0B4B41681BD4}"/>
          </ac:spMkLst>
        </pc:spChg>
        <pc:graphicFrameChg chg="add del mod">
          <ac:chgData name="Sebastián Barreto" userId="c5fafcb8-45a1-4d66-8ebf-4812adddb3b7" providerId="ADAL" clId="{E033EFF8-377C-4B37-90FB-10B19A82DFE2}" dt="2026-05-07T09:58:48.659" v="9228" actId="478"/>
          <ac:graphicFrameMkLst>
            <pc:docMk/>
            <pc:sldMk cId="2752230306" sldId="289"/>
            <ac:graphicFrameMk id="8" creationId="{155A442F-57E3-E993-7411-82D3AC0CE100}"/>
          </ac:graphicFrameMkLst>
        </pc:graphicFrameChg>
        <pc:picChg chg="add mod">
          <ac:chgData name="Sebastián Barreto" userId="c5fafcb8-45a1-4d66-8ebf-4812adddb3b7" providerId="ADAL" clId="{E033EFF8-377C-4B37-90FB-10B19A82DFE2}" dt="2026-04-23T09:00:21.929" v="7374" actId="14100"/>
          <ac:picMkLst>
            <pc:docMk/>
            <pc:sldMk cId="2752230306" sldId="289"/>
            <ac:picMk id="6" creationId="{6D12F0B7-94CC-7345-9AAB-030C44550011}"/>
          </ac:picMkLst>
        </pc:picChg>
      </pc:sldChg>
      <pc:sldChg chg="addSp modSp add mod ord">
        <pc:chgData name="Sebastián Barreto" userId="c5fafcb8-45a1-4d66-8ebf-4812adddb3b7" providerId="ADAL" clId="{E033EFF8-377C-4B37-90FB-10B19A82DFE2}" dt="2026-04-23T09:49:17.624" v="9088" actId="20577"/>
        <pc:sldMkLst>
          <pc:docMk/>
          <pc:sldMk cId="2970184597" sldId="290"/>
        </pc:sldMkLst>
        <pc:spChg chg="mod">
          <ac:chgData name="Sebastián Barreto" userId="c5fafcb8-45a1-4d66-8ebf-4812adddb3b7" providerId="ADAL" clId="{E033EFF8-377C-4B37-90FB-10B19A82DFE2}" dt="2026-04-23T09:08:20.229" v="7582" actId="20577"/>
          <ac:spMkLst>
            <pc:docMk/>
            <pc:sldMk cId="2970184597" sldId="290"/>
            <ac:spMk id="2" creationId="{3DB1828E-1587-183D-7A56-C4B5846D16B8}"/>
          </ac:spMkLst>
        </pc:spChg>
        <pc:spChg chg="mod">
          <ac:chgData name="Sebastián Barreto" userId="c5fafcb8-45a1-4d66-8ebf-4812adddb3b7" providerId="ADAL" clId="{E033EFF8-377C-4B37-90FB-10B19A82DFE2}" dt="2026-04-23T09:04:22.705" v="7572" actId="20577"/>
          <ac:spMkLst>
            <pc:docMk/>
            <pc:sldMk cId="2970184597" sldId="290"/>
            <ac:spMk id="3" creationId="{11698F5B-985D-C33B-E797-8F42BC659515}"/>
          </ac:spMkLst>
        </pc:spChg>
        <pc:spChg chg="add mod">
          <ac:chgData name="Sebastián Barreto" userId="c5fafcb8-45a1-4d66-8ebf-4812adddb3b7" providerId="ADAL" clId="{E033EFF8-377C-4B37-90FB-10B19A82DFE2}" dt="2026-04-23T09:49:17.624" v="9088" actId="20577"/>
          <ac:spMkLst>
            <pc:docMk/>
            <pc:sldMk cId="2970184597" sldId="290"/>
            <ac:spMk id="6" creationId="{356291C8-8E43-580F-D296-B0A2D2A7941E}"/>
          </ac:spMkLst>
        </pc:spChg>
        <pc:picChg chg="add mod">
          <ac:chgData name="Sebastián Barreto" userId="c5fafcb8-45a1-4d66-8ebf-4812adddb3b7" providerId="ADAL" clId="{E033EFF8-377C-4B37-90FB-10B19A82DFE2}" dt="2026-04-23T09:08:04.065" v="7578" actId="14100"/>
          <ac:picMkLst>
            <pc:docMk/>
            <pc:sldMk cId="2970184597" sldId="290"/>
            <ac:picMk id="5" creationId="{37809EC7-52F4-83CC-E26E-9EE2DC654E8C}"/>
          </ac:picMkLst>
        </pc:picChg>
        <pc:picChg chg="add mod">
          <ac:chgData name="Sebastián Barreto" userId="c5fafcb8-45a1-4d66-8ebf-4812adddb3b7" providerId="ADAL" clId="{E033EFF8-377C-4B37-90FB-10B19A82DFE2}" dt="2026-04-23T09:10:04.120" v="7663" actId="1076"/>
          <ac:picMkLst>
            <pc:docMk/>
            <pc:sldMk cId="2970184597" sldId="290"/>
            <ac:picMk id="8" creationId="{2B0B0F0D-7266-3CF5-D0E9-C05AC14F3040}"/>
          </ac:picMkLst>
        </pc:picChg>
      </pc:sldChg>
      <pc:sldChg chg="addSp delSp modSp add mod">
        <pc:chgData name="Sebastián Barreto" userId="c5fafcb8-45a1-4d66-8ebf-4812adddb3b7" providerId="ADAL" clId="{E033EFF8-377C-4B37-90FB-10B19A82DFE2}" dt="2026-05-06T06:18:29.692" v="9225" actId="20577"/>
        <pc:sldMkLst>
          <pc:docMk/>
          <pc:sldMk cId="3347581017" sldId="291"/>
        </pc:sldMkLst>
        <pc:spChg chg="mod">
          <ac:chgData name="Sebastián Barreto" userId="c5fafcb8-45a1-4d66-8ebf-4812adddb3b7" providerId="ADAL" clId="{E033EFF8-377C-4B37-90FB-10B19A82DFE2}" dt="2026-04-23T09:36:21.046" v="8433" actId="20577"/>
          <ac:spMkLst>
            <pc:docMk/>
            <pc:sldMk cId="3347581017" sldId="291"/>
            <ac:spMk id="2" creationId="{12AD4B7F-FB28-319C-C26D-23672A5AE4B7}"/>
          </ac:spMkLst>
        </pc:spChg>
        <pc:spChg chg="mod">
          <ac:chgData name="Sebastián Barreto" userId="c5fafcb8-45a1-4d66-8ebf-4812adddb3b7" providerId="ADAL" clId="{E033EFF8-377C-4B37-90FB-10B19A82DFE2}" dt="2026-05-06T06:18:29.692" v="9225" actId="20577"/>
          <ac:spMkLst>
            <pc:docMk/>
            <pc:sldMk cId="3347581017" sldId="291"/>
            <ac:spMk id="6" creationId="{B6918599-2CA3-9E2F-C9D9-8BB4D3C38CED}"/>
          </ac:spMkLst>
        </pc:spChg>
        <pc:picChg chg="add mod">
          <ac:chgData name="Sebastián Barreto" userId="c5fafcb8-45a1-4d66-8ebf-4812adddb3b7" providerId="ADAL" clId="{E033EFF8-377C-4B37-90FB-10B19A82DFE2}" dt="2026-04-23T09:43:55.200" v="8721" actId="1076"/>
          <ac:picMkLst>
            <pc:docMk/>
            <pc:sldMk cId="3347581017" sldId="291"/>
            <ac:picMk id="9" creationId="{606711AF-3D18-7B63-447C-D68CE9E2D9DC}"/>
          </ac:picMkLst>
        </pc:picChg>
        <pc:picChg chg="add mod">
          <ac:chgData name="Sebastián Barreto" userId="c5fafcb8-45a1-4d66-8ebf-4812adddb3b7" providerId="ADAL" clId="{E033EFF8-377C-4B37-90FB-10B19A82DFE2}" dt="2026-04-23T09:43:55.200" v="8721" actId="1076"/>
          <ac:picMkLst>
            <pc:docMk/>
            <pc:sldMk cId="3347581017" sldId="291"/>
            <ac:picMk id="11" creationId="{32984DB6-86C0-DC20-B2E9-43830709DF7B}"/>
          </ac:picMkLst>
        </pc:picChg>
        <pc:picChg chg="add mod">
          <ac:chgData name="Sebastián Barreto" userId="c5fafcb8-45a1-4d66-8ebf-4812adddb3b7" providerId="ADAL" clId="{E033EFF8-377C-4B37-90FB-10B19A82DFE2}" dt="2026-04-23T09:43:55.200" v="8721" actId="1076"/>
          <ac:picMkLst>
            <pc:docMk/>
            <pc:sldMk cId="3347581017" sldId="291"/>
            <ac:picMk id="13" creationId="{74502CB9-3E5E-5C2A-7669-56DD17472E6B}"/>
          </ac:picMkLst>
        </pc:picChg>
        <pc:picChg chg="add mod">
          <ac:chgData name="Sebastián Barreto" userId="c5fafcb8-45a1-4d66-8ebf-4812adddb3b7" providerId="ADAL" clId="{E033EFF8-377C-4B37-90FB-10B19A82DFE2}" dt="2026-04-23T09:43:50.632" v="8720" actId="1076"/>
          <ac:picMkLst>
            <pc:docMk/>
            <pc:sldMk cId="3347581017" sldId="291"/>
            <ac:picMk id="15" creationId="{89505D78-E95E-8A1B-F279-49DBDB3861D2}"/>
          </ac:picMkLst>
        </pc:picChg>
      </pc:sldChg>
      <pc:sldMasterChg chg="modSldLayout">
        <pc:chgData name="Sebastián Barreto" userId="c5fafcb8-45a1-4d66-8ebf-4812adddb3b7" providerId="ADAL" clId="{E033EFF8-377C-4B37-90FB-10B19A82DFE2}" dt="2026-04-21T11:46:50.125" v="4713" actId="20577"/>
        <pc:sldMasterMkLst>
          <pc:docMk/>
          <pc:sldMasterMk cId="0" sldId="2147483648"/>
        </pc:sldMasterMkLst>
        <pc:sldLayoutChg chg="modSp mod">
          <pc:chgData name="Sebastián Barreto" userId="c5fafcb8-45a1-4d66-8ebf-4812adddb3b7" providerId="ADAL" clId="{E033EFF8-377C-4B37-90FB-10B19A82DFE2}" dt="2026-04-17T08:46:17.711" v="145" actId="20577"/>
          <pc:sldLayoutMkLst>
            <pc:docMk/>
            <pc:sldMasterMk cId="0" sldId="2147483648"/>
            <pc:sldLayoutMk cId="2600635762" sldId="2147483651"/>
          </pc:sldLayoutMkLst>
          <pc:spChg chg="mod">
            <ac:chgData name="Sebastián Barreto" userId="c5fafcb8-45a1-4d66-8ebf-4812adddb3b7" providerId="ADAL" clId="{E033EFF8-377C-4B37-90FB-10B19A82DFE2}" dt="2026-04-17T08:46:17.711" v="145" actId="20577"/>
            <ac:spMkLst>
              <pc:docMk/>
              <pc:sldMasterMk cId="0" sldId="2147483648"/>
              <pc:sldLayoutMk cId="2600635762" sldId="2147483651"/>
              <ac:spMk id="2" creationId="{0C790EC7-2856-FD2E-A7C7-8F58DFC2D361}"/>
            </ac:spMkLst>
          </pc:spChg>
        </pc:sldLayoutChg>
        <pc:sldLayoutChg chg="modSp mod">
          <pc:chgData name="Sebastián Barreto" userId="c5fafcb8-45a1-4d66-8ebf-4812adddb3b7" providerId="ADAL" clId="{E033EFF8-377C-4B37-90FB-10B19A82DFE2}" dt="2026-04-17T08:46:34.382" v="162" actId="20577"/>
          <pc:sldLayoutMkLst>
            <pc:docMk/>
            <pc:sldMasterMk cId="0" sldId="2147483648"/>
            <pc:sldLayoutMk cId="2261536030" sldId="2147483652"/>
          </pc:sldLayoutMkLst>
          <pc:spChg chg="mod">
            <ac:chgData name="Sebastián Barreto" userId="c5fafcb8-45a1-4d66-8ebf-4812adddb3b7" providerId="ADAL" clId="{E033EFF8-377C-4B37-90FB-10B19A82DFE2}" dt="2026-04-17T08:46:34.382" v="162" actId="20577"/>
            <ac:spMkLst>
              <pc:docMk/>
              <pc:sldMasterMk cId="0" sldId="2147483648"/>
              <pc:sldLayoutMk cId="2261536030" sldId="2147483652"/>
              <ac:spMk id="2" creationId="{0C790EC7-2856-FD2E-A7C7-8F58DFC2D361}"/>
            </ac:spMkLst>
          </pc:spChg>
        </pc:sldLayoutChg>
        <pc:sldLayoutChg chg="modSp mod">
          <pc:chgData name="Sebastián Barreto" userId="c5fafcb8-45a1-4d66-8ebf-4812adddb3b7" providerId="ADAL" clId="{E033EFF8-377C-4B37-90FB-10B19A82DFE2}" dt="2026-04-21T11:46:50.125" v="4713" actId="20577"/>
          <pc:sldLayoutMkLst>
            <pc:docMk/>
            <pc:sldMasterMk cId="0" sldId="2147483648"/>
            <pc:sldLayoutMk cId="2563788356" sldId="2147483653"/>
          </pc:sldLayoutMkLst>
          <pc:spChg chg="mod">
            <ac:chgData name="Sebastián Barreto" userId="c5fafcb8-45a1-4d66-8ebf-4812adddb3b7" providerId="ADAL" clId="{E033EFF8-377C-4B37-90FB-10B19A82DFE2}" dt="2026-04-21T11:46:50.125" v="4713" actId="20577"/>
            <ac:spMkLst>
              <pc:docMk/>
              <pc:sldMasterMk cId="0" sldId="2147483648"/>
              <pc:sldLayoutMk cId="2563788356" sldId="2147483653"/>
              <ac:spMk id="14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4996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93358-84EC-E287-0670-6A3D7599A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97D994-7A2A-69BD-E24E-9563257F1F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8F04B4-6975-7546-61B7-5A8EEF4E23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603D35-987C-5693-63BC-F09156B919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5740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41E82-F0F6-43AA-B2C3-9CC79AE20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67F9E3-C8E5-CB16-B07F-5B35F8809D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D564E2-D9F4-70CE-561A-9274DEE0B3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5B768-C66B-986C-E1EF-9BFCF88535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655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54870-2D4A-8CF1-BD33-3B33BE5B3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6DCB54-BEB5-2204-D743-2152464E63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2228CA-0859-18A2-4316-D40B65E580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A80605-3A94-D350-8766-12B1D067BC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9398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8DD24-C8E8-EE23-C9D7-CA29732FF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816832-B4CB-137D-0E1D-6B3E94A108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8653D2-4F28-ABB8-9FF1-CBA97422F5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04FBB1-2904-7518-2E8F-4368EC7779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0781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E2DFC-CDC9-DD1E-EB03-E448C414B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525DA4-8A96-EC4E-D846-5B49B6E056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4D3105-9485-10F4-FF48-DD7430B5C8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BE660F-CB30-4295-5129-DF87BBC6BE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0468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26B97-C91D-F59E-6E9F-BF28AB6C5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9E8858-147F-7122-4FA0-BCF86E6666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65AE0F-663C-3A56-F6DB-2B0EBBC120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4E6FCE-955D-5122-23FB-EA35F9BD4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4210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CD33B-79E0-9728-0872-1A76CA71C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420DAE-9537-2D0F-F9B1-646252BACD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2A0E75-3290-36AE-7D9F-FA343188C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B0E61A-38C2-C151-0944-720995893D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656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- MGRC Building">
    <p:bg>
      <p:bgPr>
        <a:blipFill dpi="0" rotWithShape="1">
          <a:blip r:embed="rId2" cstate="screen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Schrift, Grafiken, Logo, Grafikdesign enthält.&#10;&#10;Automatisch generierte Beschreibung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8001000" y="263670"/>
            <a:ext cx="833686" cy="333559"/>
          </a:xfrm>
          <a:prstGeom prst="rect">
            <a:avLst/>
          </a:prstGeom>
        </p:spPr>
      </p:pic>
      <p:sp>
        <p:nvSpPr>
          <p:cNvPr id="11" name="Titel 1"/>
          <p:cNvSpPr>
            <a:spLocks noGrp="1"/>
          </p:cNvSpPr>
          <p:nvPr>
            <p:ph type="ctrTitle" hasCustomPrompt="1"/>
          </p:nvPr>
        </p:nvSpPr>
        <p:spPr>
          <a:xfrm>
            <a:off x="1143000" y="1719934"/>
            <a:ext cx="6858000" cy="951590"/>
          </a:xfrm>
          <a:prstGeom prst="rect">
            <a:avLst/>
          </a:prstGeom>
        </p:spPr>
        <p:txBody>
          <a:bodyPr bIns="0" anchor="b"/>
          <a:lstStyle>
            <a:lvl1pPr algn="l">
              <a:defRPr sz="30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/>
              <a:t>Title</a:t>
            </a:r>
          </a:p>
        </p:txBody>
      </p:sp>
      <p:sp>
        <p:nvSpPr>
          <p:cNvPr id="12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671523"/>
            <a:ext cx="6858000" cy="1241822"/>
          </a:xfrm>
          <a:prstGeom prst="rect">
            <a:avLst/>
          </a:prstGeom>
        </p:spPr>
        <p:txBody>
          <a:bodyPr tIns="0"/>
          <a:lstStyle>
            <a:lvl1pPr marL="0" indent="0" algn="l">
              <a:buNone/>
              <a:defRPr sz="21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 err="1"/>
              <a:t>Subtitle</a:t>
            </a:r>
            <a:endParaRPr lang="de-DE"/>
          </a:p>
        </p:txBody>
      </p:sp>
      <p:sp>
        <p:nvSpPr>
          <p:cNvPr id="13" name="Textplatzhalter 15"/>
          <p:cNvSpPr>
            <a:spLocks noGrp="1"/>
          </p:cNvSpPr>
          <p:nvPr>
            <p:ph type="body" sz="quarter" idx="10" hasCustomPrompt="1"/>
          </p:nvPr>
        </p:nvSpPr>
        <p:spPr>
          <a:xfrm>
            <a:off x="1143000" y="1084598"/>
            <a:ext cx="5781675" cy="635794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00" b="0" i="0" baseline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de-DE" sz="15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MGRC · TEAM</a:t>
            </a:r>
          </a:p>
        </p:txBody>
      </p:sp>
      <p:sp>
        <p:nvSpPr>
          <p:cNvPr id="14" name="Textplatzhalt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1143000" y="4292280"/>
            <a:ext cx="5781675" cy="635794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00" b="0" i="0" baseline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de-DE" sz="15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Sebastián A. Barreto Falsetti · 04.21.2026</a:t>
            </a:r>
          </a:p>
        </p:txBody>
      </p:sp>
    </p:spTree>
    <p:extLst>
      <p:ext uri="{BB962C8B-B14F-4D97-AF65-F5344CB8AC3E}">
        <p14:creationId xmlns:p14="http://schemas.microsoft.com/office/powerpoint/2010/main" val="2563788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- Title - MGRC Building white/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Midea Logo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8253330" y="-18649"/>
            <a:ext cx="750003" cy="481252"/>
          </a:xfrm>
          <a:prstGeom prst="rect">
            <a:avLst/>
          </a:prstGeom>
        </p:spPr>
      </p:pic>
      <p:sp>
        <p:nvSpPr>
          <p:cNvPr id="2" name="Textfeld 35" descr="Info &#10;Team&#10;Author">
            <a:extLst>
              <a:ext uri="{FF2B5EF4-FFF2-40B4-BE49-F238E27FC236}">
                <a16:creationId xmlns:a16="http://schemas.microsoft.com/office/drawing/2014/main" id="{0C790EC7-2856-FD2E-A7C7-8F58DFC2D361}"/>
              </a:ext>
            </a:extLst>
          </p:cNvPr>
          <p:cNvSpPr txBox="1"/>
          <p:nvPr userDrawn="1"/>
        </p:nvSpPr>
        <p:spPr>
          <a:xfrm>
            <a:off x="0" y="4943445"/>
            <a:ext cx="2697213" cy="200055"/>
          </a:xfrm>
          <a:prstGeom prst="rect">
            <a:avLst/>
          </a:prstGeom>
          <a:noFill/>
        </p:spPr>
        <p:txBody>
          <a:bodyPr wrap="none" lIns="0" bIns="0" rtlCol="0" anchor="b">
            <a:spAutoFit/>
          </a:bodyPr>
          <a:lstStyle/>
          <a:p>
            <a:r>
              <a:rPr lang="de-DE" sz="1000" dirty="0">
                <a:solidFill>
                  <a:srgbClr val="1F94D2"/>
                </a:solidFill>
              </a:rPr>
              <a:t>MERC | AIoT |  MIB | Sebastián A. Barreto Falsetti</a:t>
            </a:r>
          </a:p>
        </p:txBody>
      </p:sp>
      <p:sp>
        <p:nvSpPr>
          <p:cNvPr id="3" name="Textfeld 36">
            <a:extLst>
              <a:ext uri="{FF2B5EF4-FFF2-40B4-BE49-F238E27FC236}">
                <a16:creationId xmlns:a16="http://schemas.microsoft.com/office/drawing/2014/main" id="{C9BD82DE-AC70-BBE5-F14D-4DB1076DEEC3}"/>
              </a:ext>
            </a:extLst>
          </p:cNvPr>
          <p:cNvSpPr txBox="1"/>
          <p:nvPr userDrawn="1"/>
        </p:nvSpPr>
        <p:spPr>
          <a:xfrm>
            <a:off x="6099878" y="4943445"/>
            <a:ext cx="3044122" cy="200055"/>
          </a:xfrm>
          <a:prstGeom prst="rect">
            <a:avLst/>
          </a:prstGeom>
          <a:noFill/>
        </p:spPr>
        <p:txBody>
          <a:bodyPr wrap="square" rIns="0" bIns="0" rtlCol="0" anchor="b">
            <a:spAutoFit/>
          </a:bodyPr>
          <a:lstStyle/>
          <a:p>
            <a:pPr algn="r"/>
            <a:r>
              <a:rPr lang="de-DE" sz="1000" dirty="0">
                <a:solidFill>
                  <a:srgbClr val="1F94D2"/>
                </a:solidFill>
              </a:rPr>
              <a:t>V 01 | 10/02/2026 | </a:t>
            </a:r>
            <a:fld id="{B8010530-6335-7448-AF02-C094877C485C}" type="slidenum">
              <a:rPr lang="de-DE" sz="1000" smtClean="0">
                <a:solidFill>
                  <a:srgbClr val="1F94D2"/>
                </a:solidFill>
              </a:rPr>
              <a:t>‹Nº›</a:t>
            </a:fld>
            <a:endParaRPr lang="de-DE" sz="1000" dirty="0">
              <a:solidFill>
                <a:srgbClr val="1F94D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0635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- Title - MGRC Building white/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Midea Logo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8253330" y="-18649"/>
            <a:ext cx="750003" cy="481252"/>
          </a:xfrm>
          <a:prstGeom prst="rect">
            <a:avLst/>
          </a:prstGeom>
        </p:spPr>
      </p:pic>
      <p:sp>
        <p:nvSpPr>
          <p:cNvPr id="2" name="Textfeld 35" descr="Info &#10;Team&#10;Author">
            <a:extLst>
              <a:ext uri="{FF2B5EF4-FFF2-40B4-BE49-F238E27FC236}">
                <a16:creationId xmlns:a16="http://schemas.microsoft.com/office/drawing/2014/main" id="{0C790EC7-2856-FD2E-A7C7-8F58DFC2D361}"/>
              </a:ext>
            </a:extLst>
          </p:cNvPr>
          <p:cNvSpPr txBox="1"/>
          <p:nvPr userDrawn="1"/>
        </p:nvSpPr>
        <p:spPr>
          <a:xfrm>
            <a:off x="0" y="4943445"/>
            <a:ext cx="2697213" cy="200055"/>
          </a:xfrm>
          <a:prstGeom prst="rect">
            <a:avLst/>
          </a:prstGeom>
          <a:noFill/>
        </p:spPr>
        <p:txBody>
          <a:bodyPr wrap="none" lIns="0" bIns="0" rtlCol="0" anchor="b">
            <a:spAutoFit/>
          </a:bodyPr>
          <a:lstStyle/>
          <a:p>
            <a:r>
              <a:rPr lang="de-DE" sz="1000" dirty="0">
                <a:solidFill>
                  <a:srgbClr val="1F94D2"/>
                </a:solidFill>
              </a:rPr>
              <a:t>MERC | AIoT |  MIB | Sebastián A. Barreto Falsetti</a:t>
            </a:r>
          </a:p>
        </p:txBody>
      </p:sp>
      <p:sp>
        <p:nvSpPr>
          <p:cNvPr id="3" name="Textfeld 36">
            <a:extLst>
              <a:ext uri="{FF2B5EF4-FFF2-40B4-BE49-F238E27FC236}">
                <a16:creationId xmlns:a16="http://schemas.microsoft.com/office/drawing/2014/main" id="{C9BD82DE-AC70-BBE5-F14D-4DB1076DEEC3}"/>
              </a:ext>
            </a:extLst>
          </p:cNvPr>
          <p:cNvSpPr txBox="1"/>
          <p:nvPr userDrawn="1"/>
        </p:nvSpPr>
        <p:spPr>
          <a:xfrm>
            <a:off x="6099878" y="4943445"/>
            <a:ext cx="3044122" cy="200055"/>
          </a:xfrm>
          <a:prstGeom prst="rect">
            <a:avLst/>
          </a:prstGeom>
          <a:noFill/>
        </p:spPr>
        <p:txBody>
          <a:bodyPr wrap="square" rIns="0" bIns="0" rtlCol="0" anchor="b">
            <a:spAutoFit/>
          </a:bodyPr>
          <a:lstStyle/>
          <a:p>
            <a:pPr algn="r"/>
            <a:r>
              <a:rPr lang="de-DE" sz="1000" dirty="0">
                <a:solidFill>
                  <a:srgbClr val="1F94D2"/>
                </a:solidFill>
              </a:rPr>
              <a:t>V 01 | 10/02/2026 | </a:t>
            </a:r>
            <a:fld id="{B8010530-6335-7448-AF02-C094877C485C}" type="slidenum">
              <a:rPr lang="de-DE" sz="1000" smtClean="0">
                <a:solidFill>
                  <a:srgbClr val="1F94D2"/>
                </a:solidFill>
              </a:rPr>
              <a:t>‹Nº›</a:t>
            </a:fld>
            <a:endParaRPr lang="de-DE" sz="1000" dirty="0">
              <a:solidFill>
                <a:srgbClr val="1F94D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1536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 cstate="screen">
            <a:alphaModFix amt="17000"/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1" r:id="rId2"/>
    <p:sldLayoutId id="2147483652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0.png"/><Relationship Id="rId4" Type="http://schemas.openxmlformats.org/officeDocument/2006/relationships/image" Target="../media/image6.emf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noProof="0" dirty="0" err="1"/>
              <a:t>AIoT</a:t>
            </a:r>
            <a:r>
              <a:rPr lang="en-US" noProof="0" dirty="0"/>
              <a:t> – </a:t>
            </a:r>
            <a:r>
              <a:rPr lang="en-US" dirty="0"/>
              <a:t>Voice AI Prototype</a:t>
            </a:r>
            <a:endParaRPr lang="en-US" noProof="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noProof="0" dirty="0"/>
              <a:t>Version 1 - Web browser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MERC – </a:t>
            </a:r>
            <a:r>
              <a:rPr lang="en-US" noProof="0" dirty="0" err="1"/>
              <a:t>AIIoT</a:t>
            </a:r>
            <a:r>
              <a:rPr lang="en-US" noProof="0" dirty="0"/>
              <a:t> – </a:t>
            </a:r>
            <a:r>
              <a:rPr lang="en-US" noProof="0" dirty="0" err="1"/>
              <a:t>MIB.IoT</a:t>
            </a:r>
            <a:endParaRPr lang="en-US" noProof="0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MERC </a:t>
            </a:r>
            <a:r>
              <a:rPr lang="en-US" noProof="0" dirty="0" err="1"/>
              <a:t>AIIoT</a:t>
            </a:r>
            <a:r>
              <a:rPr lang="en-US" noProof="0" dirty="0"/>
              <a:t>-MIB, </a:t>
            </a:r>
            <a:r>
              <a:rPr lang="en-US" dirty="0"/>
              <a:t>04</a:t>
            </a:r>
            <a:r>
              <a:rPr lang="en-US" noProof="0" dirty="0"/>
              <a:t>.21.2026, Sebasti</a:t>
            </a:r>
            <a:r>
              <a:rPr lang="en-US" dirty="0"/>
              <a:t>á</a:t>
            </a:r>
            <a:r>
              <a:rPr lang="en-US" noProof="0" dirty="0"/>
              <a:t>n A. Barreto Falsetti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6546" y="-45889"/>
            <a:ext cx="7133167" cy="622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000" dirty="0"/>
              <a:t>Architecture</a:t>
            </a:r>
          </a:p>
        </p:txBody>
      </p:sp>
      <p:sp>
        <p:nvSpPr>
          <p:cNvPr id="3" name="Text 1"/>
          <p:cNvSpPr/>
          <p:nvPr/>
        </p:nvSpPr>
        <p:spPr>
          <a:xfrm>
            <a:off x="273685" y="682582"/>
            <a:ext cx="8386221" cy="32820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Frontend (HTML - speech to text)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    ↓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Flask API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    ↓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Azure OpenAI (embeddings)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    ↓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Azure AI Search (vector search)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    ↓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Azure OpenAI (GPT response)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    ↓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Frontend (HTML - text to speech)</a:t>
            </a:r>
            <a:endParaRPr lang="en-US" sz="16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F0B9A-9F46-376A-359A-EB6AEA103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0C13963-B562-3A29-30DD-F5F2E84FE52D}"/>
              </a:ext>
            </a:extLst>
          </p:cNvPr>
          <p:cNvSpPr/>
          <p:nvPr/>
        </p:nvSpPr>
        <p:spPr>
          <a:xfrm>
            <a:off x="296546" y="-45889"/>
            <a:ext cx="7133167" cy="622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000" dirty="0"/>
              <a:t>Azure services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68D35BC-B87E-1A38-344A-AF8144D907C5}"/>
              </a:ext>
            </a:extLst>
          </p:cNvPr>
          <p:cNvSpPr/>
          <p:nvPr/>
        </p:nvSpPr>
        <p:spPr>
          <a:xfrm>
            <a:off x="378889" y="3506191"/>
            <a:ext cx="8386221" cy="3104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The free tier was used for all services. Acceptable performance for a prototype</a:t>
            </a:r>
            <a:endParaRPr lang="en-US" sz="1600" noProof="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A141787-0BD3-DB03-FB6C-4BF8DDE52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889" y="587157"/>
            <a:ext cx="6225988" cy="2896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082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89C6F-16B3-07A1-2A89-CB00CE0B5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C021EDD-AB86-D1B1-02D2-71228D3493DB}"/>
              </a:ext>
            </a:extLst>
          </p:cNvPr>
          <p:cNvSpPr/>
          <p:nvPr/>
        </p:nvSpPr>
        <p:spPr>
          <a:xfrm>
            <a:off x="296546" y="-45889"/>
            <a:ext cx="7133167" cy="622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000" dirty="0"/>
              <a:t>User Manual Digitalization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12C6B12-E17B-AD6A-D4D8-1EDD15C6ADAC}"/>
              </a:ext>
            </a:extLst>
          </p:cNvPr>
          <p:cNvSpPr/>
          <p:nvPr/>
        </p:nvSpPr>
        <p:spPr>
          <a:xfrm>
            <a:off x="273684" y="577072"/>
            <a:ext cx="8386221" cy="4726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171450" indent="-1714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noProof="0" dirty="0"/>
              <a:t>I tried a first script for digitalization, but our pdf manual doesn’t provide text recognition characteristic. I created a new script which consider user manual as images. I use Azure OCR services to do that.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2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noProof="0" dirty="0"/>
              <a:t> </a:t>
            </a:r>
          </a:p>
        </p:txBody>
      </p:sp>
      <p:graphicFrame>
        <p:nvGraphicFramePr>
          <p:cNvPr id="5" name="Objeto 4">
            <a:extLst>
              <a:ext uri="{FF2B5EF4-FFF2-40B4-BE49-F238E27FC236}">
                <a16:creationId xmlns:a16="http://schemas.microsoft.com/office/drawing/2014/main" id="{2026F850-AA4F-83AE-FFCB-87840C6E49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0910765"/>
              </p:ext>
            </p:extLst>
          </p:nvPr>
        </p:nvGraphicFramePr>
        <p:xfrm>
          <a:off x="638735" y="1049711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showAsIcon="1" r:id="rId3" imgW="914400" imgH="771525" progId="Acrobat.Document.DC">
                  <p:embed/>
                </p:oleObj>
              </mc:Choice>
              <mc:Fallback>
                <p:oleObj name="Acrobat Document" showAsIcon="1" r:id="rId3" imgW="914400" imgH="771525" progId="Acrobat.Document.DC">
                  <p:embed/>
                  <p:pic>
                    <p:nvPicPr>
                      <p:cNvPr id="5" name="Objeto 4">
                        <a:extLst>
                          <a:ext uri="{FF2B5EF4-FFF2-40B4-BE49-F238E27FC236}">
                            <a16:creationId xmlns:a16="http://schemas.microsoft.com/office/drawing/2014/main" id="{2026F850-AA4F-83AE-FFCB-87840C6E49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38735" y="1049711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1">
            <a:extLst>
              <a:ext uri="{FF2B5EF4-FFF2-40B4-BE49-F238E27FC236}">
                <a16:creationId xmlns:a16="http://schemas.microsoft.com/office/drawing/2014/main" id="{B5AAD160-27A2-4DB5-1FBD-357A32E4DBA9}"/>
              </a:ext>
            </a:extLst>
          </p:cNvPr>
          <p:cNvSpPr/>
          <p:nvPr/>
        </p:nvSpPr>
        <p:spPr>
          <a:xfrm>
            <a:off x="273684" y="1819836"/>
            <a:ext cx="4110057" cy="2577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171450" indent="-1714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noProof="0" dirty="0"/>
              <a:t>I divided user manual in several pages to avoid service limits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2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noProof="0" dirty="0"/>
              <a:t> </a:t>
            </a:r>
          </a:p>
        </p:txBody>
      </p:sp>
      <p:graphicFrame>
        <p:nvGraphicFramePr>
          <p:cNvPr id="7" name="Objeto 6">
            <a:extLst>
              <a:ext uri="{FF2B5EF4-FFF2-40B4-BE49-F238E27FC236}">
                <a16:creationId xmlns:a16="http://schemas.microsoft.com/office/drawing/2014/main" id="{6DFEDE75-8C2A-72F7-C085-C862CB5125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4912455"/>
              </p:ext>
            </p:extLst>
          </p:nvPr>
        </p:nvGraphicFramePr>
        <p:xfrm>
          <a:off x="1727947" y="1049711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showAsIcon="1" r:id="rId5" imgW="914400" imgH="771525" progId="Acrobat.Document.DC">
                  <p:embed/>
                </p:oleObj>
              </mc:Choice>
              <mc:Fallback>
                <p:oleObj name="Acrobat Document" showAsIcon="1" r:id="rId5" imgW="914400" imgH="771525" progId="Acrobat.Document.DC">
                  <p:embed/>
                  <p:pic>
                    <p:nvPicPr>
                      <p:cNvPr id="7" name="Objeto 6">
                        <a:extLst>
                          <a:ext uri="{FF2B5EF4-FFF2-40B4-BE49-F238E27FC236}">
                            <a16:creationId xmlns:a16="http://schemas.microsoft.com/office/drawing/2014/main" id="{6DFEDE75-8C2A-72F7-C085-C862CB5125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27947" y="1049711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to 7">
            <a:extLst>
              <a:ext uri="{FF2B5EF4-FFF2-40B4-BE49-F238E27FC236}">
                <a16:creationId xmlns:a16="http://schemas.microsoft.com/office/drawing/2014/main" id="{83ED5BBE-6C87-7E27-7FC0-12D70A14E0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2437071"/>
              </p:ext>
            </p:extLst>
          </p:nvPr>
        </p:nvGraphicFramePr>
        <p:xfrm>
          <a:off x="2817159" y="1048311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showAsIcon="1" r:id="rId7" imgW="914400" imgH="771525" progId="Acrobat.Document.DC">
                  <p:embed/>
                </p:oleObj>
              </mc:Choice>
              <mc:Fallback>
                <p:oleObj name="Acrobat Document" showAsIcon="1" r:id="rId7" imgW="914400" imgH="771525" progId="Acrobat.Document.DC">
                  <p:embed/>
                  <p:pic>
                    <p:nvPicPr>
                      <p:cNvPr id="8" name="Objeto 7">
                        <a:extLst>
                          <a:ext uri="{FF2B5EF4-FFF2-40B4-BE49-F238E27FC236}">
                            <a16:creationId xmlns:a16="http://schemas.microsoft.com/office/drawing/2014/main" id="{83ED5BBE-6C87-7E27-7FC0-12D70A14E0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17159" y="1048311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Imagen 9">
            <a:extLst>
              <a:ext uri="{FF2B5EF4-FFF2-40B4-BE49-F238E27FC236}">
                <a16:creationId xmlns:a16="http://schemas.microsoft.com/office/drawing/2014/main" id="{3ACE6DCA-702F-2312-F2F3-11CE7E6F9AA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66794" y="1482659"/>
            <a:ext cx="4572000" cy="2178181"/>
          </a:xfrm>
          <a:prstGeom prst="rect">
            <a:avLst/>
          </a:prstGeom>
        </p:spPr>
      </p:pic>
      <p:sp>
        <p:nvSpPr>
          <p:cNvPr id="11" name="Text 1">
            <a:extLst>
              <a:ext uri="{FF2B5EF4-FFF2-40B4-BE49-F238E27FC236}">
                <a16:creationId xmlns:a16="http://schemas.microsoft.com/office/drawing/2014/main" id="{A8AA79E9-B9B2-C849-B61F-BF9A7F8C66AA}"/>
              </a:ext>
            </a:extLst>
          </p:cNvPr>
          <p:cNvSpPr/>
          <p:nvPr/>
        </p:nvSpPr>
        <p:spPr>
          <a:xfrm>
            <a:off x="296546" y="2229972"/>
            <a:ext cx="4110057" cy="2577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171450" indent="-1714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User manual parts were saved into the vector using 29 chunks </a:t>
            </a:r>
            <a:r>
              <a:rPr lang="en-US" sz="1200" dirty="0">
                <a:sym typeface="Wingdings" panose="05000000000000000000" pitchFamily="2" charset="2"/>
              </a:rPr>
              <a:t></a:t>
            </a:r>
            <a:endParaRPr lang="en-US" sz="1200" noProof="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2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noProof="0" dirty="0"/>
              <a:t> </a:t>
            </a:r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39915F66-657D-F4DE-81D8-D1E6A4B8C74D}"/>
              </a:ext>
            </a:extLst>
          </p:cNvPr>
          <p:cNvSpPr/>
          <p:nvPr/>
        </p:nvSpPr>
        <p:spPr>
          <a:xfrm>
            <a:off x="4406603" y="3753972"/>
            <a:ext cx="4110057" cy="2577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171450" indent="-1714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noProof="0" dirty="0" err="1"/>
              <a:t>Pytho</a:t>
            </a:r>
            <a:r>
              <a:rPr lang="en-US" sz="1200" dirty="0"/>
              <a:t>n script ready for processing our user manual parts</a:t>
            </a:r>
            <a:endParaRPr lang="en-US" sz="1200" noProof="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2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noProof="0" dirty="0"/>
              <a:t> 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20B069C-776D-900D-44BD-C69EF6C4297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2032" y="2768533"/>
            <a:ext cx="1787806" cy="2178181"/>
          </a:xfrm>
          <a:prstGeom prst="rect">
            <a:avLst/>
          </a:prstGeom>
        </p:spPr>
      </p:pic>
      <p:sp>
        <p:nvSpPr>
          <p:cNvPr id="14" name="Text 1">
            <a:extLst>
              <a:ext uri="{FF2B5EF4-FFF2-40B4-BE49-F238E27FC236}">
                <a16:creationId xmlns:a16="http://schemas.microsoft.com/office/drawing/2014/main" id="{CBA9D9DC-07D4-7813-E1CD-73D2617FC991}"/>
              </a:ext>
            </a:extLst>
          </p:cNvPr>
          <p:cNvSpPr/>
          <p:nvPr/>
        </p:nvSpPr>
        <p:spPr>
          <a:xfrm>
            <a:off x="2122974" y="4266361"/>
            <a:ext cx="4110057" cy="2577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noProof="0" dirty="0">
                <a:sym typeface="Wingdings" panose="05000000000000000000" pitchFamily="2" charset="2"/>
              </a:rPr>
              <a:t> </a:t>
            </a:r>
            <a:r>
              <a:rPr lang="en-US" sz="1200" dirty="0">
                <a:sym typeface="Wingdings" panose="05000000000000000000" pitchFamily="2" charset="2"/>
              </a:rPr>
              <a:t>Using the OCR service, the data is extracted and assigned in chunks to the vector database</a:t>
            </a:r>
            <a:endParaRPr lang="en-US" sz="12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26981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AC661-F3F4-C1B1-4259-E704AF47F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806F5B6-D92D-B2EA-055F-E3E8550BBD87}"/>
              </a:ext>
            </a:extLst>
          </p:cNvPr>
          <p:cNvSpPr/>
          <p:nvPr/>
        </p:nvSpPr>
        <p:spPr>
          <a:xfrm>
            <a:off x="296546" y="-45889"/>
            <a:ext cx="7133167" cy="622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000" dirty="0"/>
              <a:t>Front-End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0A2767D-755E-DB4B-E9A7-0FC34D83070F}"/>
              </a:ext>
            </a:extLst>
          </p:cNvPr>
          <p:cNvSpPr/>
          <p:nvPr/>
        </p:nvSpPr>
        <p:spPr>
          <a:xfrm>
            <a:off x="296546" y="577071"/>
            <a:ext cx="5249120" cy="4795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Front-end was developed using HTML and JavaScript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600" noProof="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600" noProof="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431BD8A-DFC9-17C8-B19F-83418FF51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5666" y="577073"/>
            <a:ext cx="3449321" cy="178004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E174374-7206-FF91-B878-6205F02767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702" y="1160826"/>
            <a:ext cx="3287633" cy="257175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95958D03-AFD5-E9AA-F67D-C1C1AC6707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4518" y="3238145"/>
            <a:ext cx="2056307" cy="988861"/>
          </a:xfrm>
          <a:prstGeom prst="rect">
            <a:avLst/>
          </a:prstGeom>
        </p:spPr>
      </p:pic>
      <p:sp>
        <p:nvSpPr>
          <p:cNvPr id="11" name="Text 1">
            <a:extLst>
              <a:ext uri="{FF2B5EF4-FFF2-40B4-BE49-F238E27FC236}">
                <a16:creationId xmlns:a16="http://schemas.microsoft.com/office/drawing/2014/main" id="{DB657067-0E2D-D9EB-2C38-C9E76AC9A040}"/>
              </a:ext>
            </a:extLst>
          </p:cNvPr>
          <p:cNvSpPr/>
          <p:nvPr/>
        </p:nvSpPr>
        <p:spPr>
          <a:xfrm>
            <a:off x="4572000" y="3219096"/>
            <a:ext cx="4422987" cy="8064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SDK provided by Microsoft Cognitive Service for JavaScript is used to connect with Azure voice service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600" noProof="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600" noProof="0" dirty="0"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1054A039-8535-51ED-DAF0-8909561A14FD}"/>
              </a:ext>
            </a:extLst>
          </p:cNvPr>
          <p:cNvSpPr/>
          <p:nvPr/>
        </p:nvSpPr>
        <p:spPr>
          <a:xfrm>
            <a:off x="3785105" y="2446701"/>
            <a:ext cx="4422987" cy="6872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The generated text (STT) is sent to the server using the POST method. A JSON file is generated as a response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600" noProof="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600" noProof="0" dirty="0"/>
          </a:p>
        </p:txBody>
      </p:sp>
    </p:spTree>
    <p:extLst>
      <p:ext uri="{BB962C8B-B14F-4D97-AF65-F5344CB8AC3E}">
        <p14:creationId xmlns:p14="http://schemas.microsoft.com/office/powerpoint/2010/main" val="1015224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03782-7D51-7289-3EB7-8F994C364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369B4F7-ADD3-1F0C-5429-BDD72CB443A9}"/>
              </a:ext>
            </a:extLst>
          </p:cNvPr>
          <p:cNvSpPr/>
          <p:nvPr/>
        </p:nvSpPr>
        <p:spPr>
          <a:xfrm>
            <a:off x="296546" y="-45889"/>
            <a:ext cx="7133167" cy="622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000" dirty="0"/>
              <a:t>Back-End (part 1)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5E03F89-1402-6F3D-6A15-F948B756C3CE}"/>
              </a:ext>
            </a:extLst>
          </p:cNvPr>
          <p:cNvSpPr/>
          <p:nvPr/>
        </p:nvSpPr>
        <p:spPr>
          <a:xfrm>
            <a:off x="296546" y="577071"/>
            <a:ext cx="5249120" cy="4795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Back-end was developed using Python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600" noProof="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600" noProof="0" dirty="0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A0BFD39D-0DF2-D7B0-1662-850F3D2AB25C}"/>
              </a:ext>
            </a:extLst>
          </p:cNvPr>
          <p:cNvSpPr/>
          <p:nvPr/>
        </p:nvSpPr>
        <p:spPr>
          <a:xfrm>
            <a:off x="5730240" y="1481522"/>
            <a:ext cx="2891584" cy="13872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1. The user's command is broken down and processed to create content and find context for the search process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600" noProof="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600" noProof="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D27F39A-C1B7-75C9-4F3D-60396075F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" y="906214"/>
            <a:ext cx="3409938" cy="284621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9E0AC33-8B01-03B7-0D4F-12A669D86A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7949" y="194310"/>
            <a:ext cx="1926107" cy="2571749"/>
          </a:xfrm>
          <a:prstGeom prst="rect">
            <a:avLst/>
          </a:prstGeom>
        </p:spPr>
      </p:pic>
      <p:sp>
        <p:nvSpPr>
          <p:cNvPr id="12" name="Text 1">
            <a:extLst>
              <a:ext uri="{FF2B5EF4-FFF2-40B4-BE49-F238E27FC236}">
                <a16:creationId xmlns:a16="http://schemas.microsoft.com/office/drawing/2014/main" id="{0CC55F4F-0A05-54A8-0835-87CF96CA486A}"/>
              </a:ext>
            </a:extLst>
          </p:cNvPr>
          <p:cNvSpPr/>
          <p:nvPr/>
        </p:nvSpPr>
        <p:spPr>
          <a:xfrm>
            <a:off x="3816338" y="3179166"/>
            <a:ext cx="2891584" cy="13872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2. There is a history of local conversations to help the assistant maintain the flow of the conversation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600" noProof="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600" noProof="0" dirty="0"/>
          </a:p>
        </p:txBody>
      </p:sp>
    </p:spTree>
    <p:extLst>
      <p:ext uri="{BB962C8B-B14F-4D97-AF65-F5344CB8AC3E}">
        <p14:creationId xmlns:p14="http://schemas.microsoft.com/office/powerpoint/2010/main" val="996919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F4751-1CD0-D319-1234-E056F745F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88ABE28-7120-DC2A-7145-6912CAD0C46C}"/>
              </a:ext>
            </a:extLst>
          </p:cNvPr>
          <p:cNvSpPr/>
          <p:nvPr/>
        </p:nvSpPr>
        <p:spPr>
          <a:xfrm>
            <a:off x="296546" y="-45889"/>
            <a:ext cx="7133167" cy="622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000" dirty="0"/>
              <a:t>Back-End (part 2)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A5C8422-11C0-BEA4-AE64-CA58E9D71ED2}"/>
              </a:ext>
            </a:extLst>
          </p:cNvPr>
          <p:cNvSpPr/>
          <p:nvPr/>
        </p:nvSpPr>
        <p:spPr>
          <a:xfrm>
            <a:off x="296546" y="577071"/>
            <a:ext cx="5249120" cy="4795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Back-end was developed using Python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600" noProof="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600" noProof="0" dirty="0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84696485-CFC7-3C68-AA48-0B4B41681BD4}"/>
              </a:ext>
            </a:extLst>
          </p:cNvPr>
          <p:cNvSpPr/>
          <p:nvPr/>
        </p:nvSpPr>
        <p:spPr>
          <a:xfrm>
            <a:off x="5041898" y="787890"/>
            <a:ext cx="2891584" cy="13872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3. The request for the GPT model includes the context retrieved from the vector database, the user query, and the sanitized history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600" noProof="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600" noProof="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D12F0B7-94CC-7345-9AAB-030C44550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870" y="1009786"/>
            <a:ext cx="4566610" cy="2836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230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99621-6260-48AC-7E66-75F8560F4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DB1828E-1587-183D-7A56-C4B5846D16B8}"/>
              </a:ext>
            </a:extLst>
          </p:cNvPr>
          <p:cNvSpPr/>
          <p:nvPr/>
        </p:nvSpPr>
        <p:spPr>
          <a:xfrm>
            <a:off x="296546" y="-45889"/>
            <a:ext cx="7133167" cy="622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000" dirty="0"/>
              <a:t>Conclusions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1698F5B-985D-C33B-E797-8F42BC659515}"/>
              </a:ext>
            </a:extLst>
          </p:cNvPr>
          <p:cNvSpPr/>
          <p:nvPr/>
        </p:nvSpPr>
        <p:spPr>
          <a:xfrm>
            <a:off x="273685" y="682582"/>
            <a:ext cx="8386221" cy="32820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600" noProof="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7809EC7-52F4-83CC-E26E-9EE2DC654E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" y="766395"/>
            <a:ext cx="1957493" cy="1779727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356291C8-8E43-580F-D296-B0A2D2A7941E}"/>
              </a:ext>
            </a:extLst>
          </p:cNvPr>
          <p:cNvSpPr/>
          <p:nvPr/>
        </p:nvSpPr>
        <p:spPr>
          <a:xfrm>
            <a:off x="3383914" y="766395"/>
            <a:ext cx="5353686" cy="38597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dirty="0"/>
              <a:t>Doing well</a:t>
            </a:r>
          </a:p>
          <a:p>
            <a:pPr marL="171450" indent="-1714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The assistant can read Teka's context, in this case, the user manuals. This allows the agent to provide accurate and controlled responses before using general knowledge data</a:t>
            </a:r>
          </a:p>
          <a:p>
            <a:pPr marL="171450" indent="-1714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noProof="0" dirty="0"/>
              <a:t>Local history track works decently</a:t>
            </a:r>
          </a:p>
          <a:p>
            <a:pPr marL="171450" indent="-1714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noProof="0" dirty="0"/>
              <a:t>Voice recognition is solid. Azure STT service works very well</a:t>
            </a:r>
          </a:p>
          <a:p>
            <a:pPr marL="171450" indent="-1714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Voice speech is natural</a:t>
            </a:r>
          </a:p>
          <a:p>
            <a:pPr marL="171450" indent="-1714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Response time is reasonable</a:t>
            </a:r>
          </a:p>
          <a:p>
            <a:pPr marL="171450" indent="-1714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200" noProof="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noProof="0" dirty="0"/>
              <a:t>What need to improve</a:t>
            </a:r>
          </a:p>
          <a:p>
            <a:pPr marL="171450" indent="-1714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Interruptions. Despite some techniques were implemented. Due to web browser limitation the process doesn’t work properly</a:t>
            </a:r>
          </a:p>
          <a:p>
            <a:pPr marL="171450" indent="-1714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noProof="0" dirty="0"/>
              <a:t>Web browser limitations </a:t>
            </a:r>
            <a:r>
              <a:rPr lang="en-US" sz="1200" dirty="0"/>
              <a:t>regarding audio channels could affect some recognition due to eco</a:t>
            </a:r>
          </a:p>
          <a:p>
            <a:pPr marL="171450" indent="-1714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noProof="0" dirty="0"/>
              <a:t>Start and stop process. Currently this is trigger manually. </a:t>
            </a:r>
          </a:p>
          <a:p>
            <a:pPr marL="171450" indent="-1714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noProof="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600" noProof="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B0B0F0D-7266-3CF5-D0E9-C05AC14F30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4735" y="1058612"/>
            <a:ext cx="1316624" cy="290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184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7516B-DD63-0B67-8BC5-9894CA852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2AD4B7F-FB28-319C-C26D-23672A5AE4B7}"/>
              </a:ext>
            </a:extLst>
          </p:cNvPr>
          <p:cNvSpPr/>
          <p:nvPr/>
        </p:nvSpPr>
        <p:spPr>
          <a:xfrm>
            <a:off x="296546" y="-45889"/>
            <a:ext cx="7133167" cy="622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000" dirty="0"/>
              <a:t>Next Steps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FE8D644-2C1F-366E-5255-270B0FB07C3E}"/>
              </a:ext>
            </a:extLst>
          </p:cNvPr>
          <p:cNvSpPr/>
          <p:nvPr/>
        </p:nvSpPr>
        <p:spPr>
          <a:xfrm>
            <a:off x="273685" y="682582"/>
            <a:ext cx="8386221" cy="32820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600" noProof="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B6918599-2CA3-9E2F-C9D9-8BB4D3C38CED}"/>
              </a:ext>
            </a:extLst>
          </p:cNvPr>
          <p:cNvSpPr/>
          <p:nvPr/>
        </p:nvSpPr>
        <p:spPr>
          <a:xfrm>
            <a:off x="296545" y="601126"/>
            <a:ext cx="8698441" cy="38597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dirty="0"/>
              <a:t>Prototype version 2 will be move from web browser to a physical transportable device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2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dirty="0"/>
              <a:t>Components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noProof="0" dirty="0"/>
              <a:t>Microcontroller: ESP32-S3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noProof="0" dirty="0"/>
              <a:t>Microphone</a:t>
            </a:r>
            <a:r>
              <a:rPr lang="en-US" sz="1200" dirty="0"/>
              <a:t>: ICS‑43434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dirty="0"/>
              <a:t>Audio converter: MAX98357A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noProof="0" dirty="0"/>
              <a:t>Speaker: </a:t>
            </a:r>
            <a:r>
              <a:rPr lang="en-US" sz="1200" dirty="0"/>
              <a:t>40 mm – 4 </a:t>
            </a:r>
            <a:r>
              <a:rPr lang="el-GR" sz="1200" dirty="0"/>
              <a:t>Ω – 3 </a:t>
            </a:r>
            <a:r>
              <a:rPr lang="en-US" sz="1200" dirty="0"/>
              <a:t>W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noProof="0" dirty="0"/>
              <a:t>Total cost: 50</a:t>
            </a:r>
            <a:r>
              <a:rPr lang="es-ES" sz="1200" dirty="0"/>
              <a:t>€</a:t>
            </a:r>
            <a:r>
              <a:rPr lang="en-US" sz="1200" dirty="0"/>
              <a:t> approx.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200" noProof="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dirty="0"/>
              <a:t>Main target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AutoNum type="arabicPeriod"/>
            </a:pPr>
            <a:r>
              <a:rPr lang="en-US" sz="1200" noProof="0" dirty="0"/>
              <a:t>Online Interruption process possible thanks to divided audio channels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AutoNum type="arabicPeriod"/>
            </a:pPr>
            <a:r>
              <a:rPr lang="en-US" sz="1200" dirty="0"/>
              <a:t>Portable device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AutoNum type="arabicPeriod"/>
            </a:pPr>
            <a:r>
              <a:rPr lang="en-US" sz="1200" noProof="0" dirty="0"/>
              <a:t>User </a:t>
            </a:r>
            <a:r>
              <a:rPr lang="en-US" sz="1200" dirty="0"/>
              <a:t>conversation history improved. Move from local session to database for history track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AutoNum type="arabicPeriod"/>
            </a:pPr>
            <a:r>
              <a:rPr lang="en-US" sz="1200" dirty="0"/>
              <a:t>Always on. Magic word to start the process: Alexa experience</a:t>
            </a:r>
            <a:endParaRPr lang="en-US" sz="1600" noProof="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600" noProof="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06711AF-3D18-7B63-447C-D68CE9E2D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7280" y="925214"/>
            <a:ext cx="1022773" cy="73521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32984DB6-86C0-DC20-B2E9-43830709DF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0873" y="925213"/>
            <a:ext cx="901860" cy="735212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74502CB9-3E5E-5C2A-7669-56DD17472E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3553" y="855715"/>
            <a:ext cx="871718" cy="735212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89505D78-E95E-8A1B-F279-49DBDB3861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7625" y="927947"/>
            <a:ext cx="1022774" cy="712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81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noProof="0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755A9-CD25-BB5E-F6CB-7176D88938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MERC </a:t>
            </a:r>
            <a:r>
              <a:rPr lang="en-US" noProof="0" dirty="0" err="1"/>
              <a:t>AIoT</a:t>
            </a:r>
            <a:r>
              <a:rPr lang="en-US" noProof="0" dirty="0"/>
              <a:t>-MIB</a:t>
            </a:r>
            <a:r>
              <a:rPr lang="en-US" noProof="0"/>
              <a:t>, 10.03.2026</a:t>
            </a:r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E44522-587E-01D3-3065-A0A6A9AF272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e24c945-59ab-4578-960c-afddfe88a642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4BD1C6157AE394FB76F43112DB9736D" ma:contentTypeVersion="13" ma:contentTypeDescription="Crear nuevo documento." ma:contentTypeScope="" ma:versionID="13ecfa1531bd8e572698f89f6fcb6f23">
  <xsd:schema xmlns:xsd="http://www.w3.org/2001/XMLSchema" xmlns:xs="http://www.w3.org/2001/XMLSchema" xmlns:p="http://schemas.microsoft.com/office/2006/metadata/properties" xmlns:ns2="0e24c945-59ab-4578-960c-afddfe88a642" targetNamespace="http://schemas.microsoft.com/office/2006/metadata/properties" ma:root="true" ma:fieldsID="5680a150606dfb79563c2eb1bc783429" ns2:_="">
    <xsd:import namespace="0e24c945-59ab-4578-960c-afddfe88a64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24c945-59ab-4578-960c-afddfe88a6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Etiquetas de imagen" ma:readOnly="false" ma:fieldId="{5cf76f15-5ced-4ddc-b409-7134ff3c332f}" ma:taxonomyMulti="true" ma:sspId="d836e0bf-1d7d-43ff-9c5f-cb0cb0f8369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39EC0F8-4BB9-4E54-96EB-69B663634AA3}">
  <ds:schemaRefs>
    <ds:schemaRef ds:uri="http://schemas.microsoft.com/office/2006/metadata/properties"/>
    <ds:schemaRef ds:uri="http://schemas.microsoft.com/office/infopath/2007/PartnerControls"/>
    <ds:schemaRef ds:uri="0e24c945-59ab-4578-960c-afddfe88a642"/>
  </ds:schemaRefs>
</ds:datastoreItem>
</file>

<file path=customXml/itemProps2.xml><?xml version="1.0" encoding="utf-8"?>
<ds:datastoreItem xmlns:ds="http://schemas.openxmlformats.org/officeDocument/2006/customXml" ds:itemID="{AD7D0FBD-AC98-445E-B576-AC22A769834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A179AA4-32C2-4C41-8E9E-62D6EE67907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24c945-59ab-4578-960c-afddfe88a64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2081</TotalTime>
  <Words>520</Words>
  <Application>Microsoft Office PowerPoint</Application>
  <PresentationFormat>Presentación en pantalla (16:9)</PresentationFormat>
  <Paragraphs>87</Paragraphs>
  <Slides>10</Slides>
  <Notes>8</Notes>
  <HiddenSlides>0</HiddenSlides>
  <MMClips>0</MMClips>
  <ScaleCrop>false</ScaleCrop>
  <HeadingPairs>
    <vt:vector size="8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Calibri</vt:lpstr>
      <vt:lpstr>Wingdings</vt:lpstr>
      <vt:lpstr>Office Theme</vt:lpstr>
      <vt:lpstr>Acrobat Document</vt:lpstr>
      <vt:lpstr>AIoT – Voice AI Prototype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Sebastián Barreto</cp:lastModifiedBy>
  <cp:revision>5</cp:revision>
  <dcterms:created xsi:type="dcterms:W3CDTF">2026-03-10T15:39:02Z</dcterms:created>
  <dcterms:modified xsi:type="dcterms:W3CDTF">2026-05-07T09:58:57Z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0x010100B4BD1C6157AE394FB76F43112DB9736D</vt:lpwstr>
  </property>
  <property fmtid="{D5CDD505-2E9C-101B-9397-08002B2CF9AE}" pid="3" name="MediaServiceImageTags">
    <vt:lpwstr/>
  </property>
</Properties>
</file>